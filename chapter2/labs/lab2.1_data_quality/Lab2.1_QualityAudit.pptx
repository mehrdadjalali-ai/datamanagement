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 Worksheet: Data Quality Audit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669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each grey cell and replace the text. Then File → Export → PDF, name it Lab2.1_Group&lt;Nr&gt;.pdf.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Nr</a:t>
            </a:r>
            <a:endParaRPr lang="en-US" sz="1000" dirty="0"/>
          </a:p>
        </p:txBody>
      </p:sp>
      <p:sp>
        <p:nvSpPr>
          <p:cNvPr id="5" name="Group Nr"/>
          <p:cNvSpPr/>
          <p:nvPr/>
        </p:nvSpPr>
        <p:spPr>
          <a:xfrm>
            <a:off x="1024128" y="822960"/>
            <a:ext cx="411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822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7" name="Members"/>
          <p:cNvSpPr/>
          <p:nvPr/>
        </p:nvSpPr>
        <p:spPr>
          <a:xfrm>
            <a:off x="2240280" y="822960"/>
            <a:ext cx="43891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names of all members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612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ONE EXAMPLE PER DIMENSION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43000"/>
                <a:gridCol w="2057400"/>
                <a:gridCol w="4572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order_id + what is wrong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customers.csv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O10xx —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cells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O10xx —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spellings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O10xx —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updates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O10xx —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order twice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O10xx —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a 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O10xx — 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166360" y="1161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KPIs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371600"/>
          <a:ext cx="35661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8229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A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÷ all fields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÷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passing ÷ checked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3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÷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8A8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4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Rules"/>
          <p:cNvSpPr/>
          <p:nvPr/>
        </p:nvSpPr>
        <p:spPr>
          <a:xfrm>
            <a:off x="5166360" y="26974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3F1EE"/>
          </a:solidFill>
          <a:ln w="12700">
            <a:solidFill>
              <a:srgbClr val="C9C4B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257800" y="274320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= YYYY-MM-DD · quantity &gt; 0 · email = name@domain · country ∈ {Germany, Austria, Switzerland} · category ∈ {Electronics, Accessories, Office} · currency ∈ {EUR, CHF, USD}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= last_updated ≤ 2 days after order_date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411480" y="3246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VERDICT</a:t>
            </a:r>
            <a:endParaRPr lang="en-US" sz="900" dirty="0"/>
          </a:p>
        </p:txBody>
      </p:sp>
      <p:sp>
        <p:nvSpPr>
          <p:cNvPr id="15" name="Verdict"/>
          <p:cNvSpPr/>
          <p:nvPr/>
        </p:nvSpPr>
        <p:spPr>
          <a:xfrm>
            <a:off x="411480" y="3456432"/>
            <a:ext cx="4572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B4AD"/>
            </a:solidFill>
            <a:prstDash val="dash"/>
          </a:ln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file fit for a "revenue by city" report? Yes / No — and the ONE issue you would fix first, with a reason.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11480" y="41605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submit:  </a:t>
            </a:r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6 dimensions with an example    ☐ 4 KPIs with counts    ☐ verdict + first fix    ☐ all names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11480" y="437997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representative uploads Lab2.1_Group&lt;Nr&gt;.zip on Moodle · Deadline: before the next session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Lab2.1_QualityAudit</dc:title>
  <dc:subject>PptxGenJS Presentation</dc:subject>
  <dc:creator>PptxGenJS</dc:creator>
  <cp:lastModifiedBy>PptxGenJS</cp:lastModifiedBy>
  <cp:revision>1</cp:revision>
  <dcterms:created xsi:type="dcterms:W3CDTF">2026-10-18T07:34:19Z</dcterms:created>
  <dcterms:modified xsi:type="dcterms:W3CDTF">2026-10-18T07:34:19Z</dcterms:modified>
</cp:coreProperties>
</file>
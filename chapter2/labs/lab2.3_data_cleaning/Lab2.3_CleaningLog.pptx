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2.3 Worksheet: Cleaning Log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669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into each grey cell and replace the text. Export as PDF and add it to your ZIP.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229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Nr</a:t>
            </a:r>
            <a:endParaRPr lang="en-US" sz="1000" dirty="0"/>
          </a:p>
        </p:txBody>
      </p:sp>
      <p:sp>
        <p:nvSpPr>
          <p:cNvPr id="5" name="Group Nr"/>
          <p:cNvSpPr/>
          <p:nvPr/>
        </p:nvSpPr>
        <p:spPr>
          <a:xfrm>
            <a:off x="1024128" y="822960"/>
            <a:ext cx="411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B9B4AD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8229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7" name="Members"/>
          <p:cNvSpPr/>
          <p:nvPr/>
        </p:nvSpPr>
        <p:spPr>
          <a:xfrm>
            <a:off x="2240280" y="822960"/>
            <a:ext cx="43891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B9B4AD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names of all members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1612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6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CLEANING LOG  — one row per decision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832104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1463040"/>
                <a:gridCol w="1371600"/>
                <a:gridCol w="2377440"/>
                <a:gridCol w="28346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69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69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(order_id)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69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69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691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A3E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duplicate row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 fix / fill / flag / quarantine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A3E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 in 3 formats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 fix / fill / flag / quarantine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A3E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spelling / spaces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 fix / fill / flag / quarantine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A3E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 fix / fill / flag / quarantine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A3E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values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 fix / fill / flag / quarantine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A3E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 fix / fill / flag / quarantine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A3E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11480" y="34015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6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ROW COUNTS</a:t>
            </a:r>
            <a:endParaRPr lang="en-US" sz="9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602736"/>
          <a:ext cx="3657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69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69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Quarantine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69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691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411480" y="4114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= clean + quarantine + deleted?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4343400" y="34015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6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KPIs BEFORE → AFTER</a:t>
            </a:r>
            <a:endParaRPr lang="en-US" sz="9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3602736"/>
          <a:ext cx="4389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69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(L2.1)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69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691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A3E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A3E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A3E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411480" y="45720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submit:  </a:t>
            </a:r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raw file untouched    ☐ every decision logged    ☐ counts add up    ☐ clean + quarantine CSV in ZIP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411480" y="479145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representative uploads Lab2.3_Group&lt;Nr&gt;.zip on Moodle · Deadline: before the next session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Lab2.3_CleaningLog</dc:title>
  <dc:subject>PptxGenJS Presentation</dc:subject>
  <dc:creator>PptxGenJS</dc:creator>
  <cp:lastModifiedBy>PptxGenJS</cp:lastModifiedBy>
  <cp:revision>1</cp:revision>
  <dcterms:created xsi:type="dcterms:W3CDTF">2026-10-18T07:34:19Z</dcterms:created>
  <dcterms:modified xsi:type="dcterms:W3CDTF">2026-10-18T07:34:19Z</dcterms:modified>
</cp:coreProperties>
</file>
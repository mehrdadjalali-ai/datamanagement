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2.4 Worksheet: Transformation Log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6692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into each grey cell and replace the text. Export as PDF and add it to your ZIP.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229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Nr</a:t>
            </a:r>
            <a:endParaRPr lang="en-US" sz="1000" dirty="0"/>
          </a:p>
        </p:txBody>
      </p:sp>
      <p:sp>
        <p:nvSpPr>
          <p:cNvPr id="5" name="Group Nr"/>
          <p:cNvSpPr/>
          <p:nvPr/>
        </p:nvSpPr>
        <p:spPr>
          <a:xfrm>
            <a:off x="1024128" y="822960"/>
            <a:ext cx="4114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B9B4AD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8229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000" dirty="0"/>
          </a:p>
        </p:txBody>
      </p:sp>
      <p:sp>
        <p:nvSpPr>
          <p:cNvPr id="7" name="Members"/>
          <p:cNvSpPr/>
          <p:nvPr/>
        </p:nvSpPr>
        <p:spPr>
          <a:xfrm>
            <a:off x="2240280" y="822960"/>
            <a:ext cx="438912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B9B4AD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names of all members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1612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8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TRANSFORMATION LOG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83210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783080"/>
                <a:gridCol w="3840480"/>
                <a:gridCol w="731520"/>
                <a:gridCol w="731520"/>
              </a:tblGrid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column(s)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exactly did you do?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out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6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5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Currency → EUR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unit_price_eur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5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feature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line_total_eur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5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5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orders_2024_04.csv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5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(left)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segment from customers.csv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5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 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5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min-max line_total_eur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5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by city / segment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11480" y="3502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8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RESULTS</a:t>
            </a:r>
            <a:endParaRPr lang="en-US" sz="9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703320"/>
          <a:ext cx="49377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128016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3 cities (EUR)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by segment (EUR)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 (EUR)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6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Private: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Business: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unknown: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Join explanation"/>
          <p:cNvSpPr/>
          <p:nvPr/>
        </p:nvSpPr>
        <p:spPr>
          <a:xfrm>
            <a:off x="5532120" y="3502152"/>
            <a:ext cx="32004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B9B4AD"/>
            </a:solidFill>
            <a:prstDash val="dash"/>
          </a:ln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before vs. after the join — explain any difference: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411480" y="455371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submit:  </a:t>
            </a:r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rates used as given    ☐ row counts per step    ☐ join difference explained    ☐ final CSV in ZIP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411480" y="47731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representative uploads Lab2.4_Group&lt;Nr&gt;.zip on Moodle · Deadline: before the next session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Lab2.4_TransformationLog</dc:title>
  <dc:subject>PptxGenJS Presentation</dc:subject>
  <dc:creator>PptxGenJS</dc:creator>
  <cp:lastModifiedBy>PptxGenJS</cp:lastModifiedBy>
  <cp:revision>1</cp:revision>
  <dcterms:created xsi:type="dcterms:W3CDTF">2026-10-18T07:34:19Z</dcterms:created>
  <dcterms:modified xsi:type="dcterms:W3CDTF">2026-10-18T07:34:19Z</dcterms:modified>
</cp:coreProperties>
</file>
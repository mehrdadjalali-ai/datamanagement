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 Worksheet: Profile Report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each grey cell and replace the text. Then export as PDF: Lab2.2_Group&lt;Nr&gt;.pdf.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Nr</a:t>
            </a:r>
            <a:endParaRPr lang="en-US" sz="1000" dirty="0"/>
          </a:p>
        </p:txBody>
      </p:sp>
      <p:sp>
        <p:nvSpPr>
          <p:cNvPr id="5" name="Group Nr"/>
          <p:cNvSpPr/>
          <p:nvPr/>
        </p:nvSpPr>
        <p:spPr>
          <a:xfrm>
            <a:off x="1024128" y="822960"/>
            <a:ext cx="411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s"/>
          <p:cNvSpPr/>
          <p:nvPr/>
        </p:nvSpPr>
        <p:spPr>
          <a:xfrm>
            <a:off x="2240280" y="822960"/>
            <a:ext cx="43891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names of all members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612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3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COLUMN PROFILE  (orders_2024_03.csv)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640080"/>
                <a:gridCol w="640080"/>
                <a:gridCol w="2103120"/>
                <a:gridCol w="30175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/ max  or  top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you see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3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CHECKS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91840"/>
          <a:ext cx="41605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1945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 + evidence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is a unique key?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→ customer_name?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unique in customers.csv?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orders.customer_id in customers?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outlier by IQR rule?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= , Q3 = , IQR = , limit =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75488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3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CLEANING PLAN  (top 5)</a:t>
            </a:r>
            <a:endParaRPr lang="en-US" sz="9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291840"/>
          <a:ext cx="397764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828800"/>
                <a:gridCol w="18745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A9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6 columns profiled    ☐ 5 structure checks    ☐ ranked plan    ☐ all names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11480" y="48828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representative uploads Lab2.2_Group&lt;Nr&gt;.zip on Moodle · Deadline: before the next session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Lab2.2_ProfileReport</dc:title>
  <dc:subject>PptxGenJS Presentation</dc:subject>
  <dc:creator>PptxGenJS</dc:creator>
  <cp:lastModifiedBy>PptxGenJS</cp:lastModifiedBy>
  <cp:revision>1</cp:revision>
  <dcterms:created xsi:type="dcterms:W3CDTF">2026-10-18T07:34:19Z</dcterms:created>
  <dcterms:modified xsi:type="dcterms:W3CDTF">2026-10-18T07:34:19Z</dcterms:modified>
</cp:coreProperties>
</file>
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2.5 Worksheet: Tableau Prep Flow Report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669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screenshot of your flow, fill the grey cells, export as PDF and add it to your ZIP.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229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Nr</a:t>
            </a:r>
            <a:endParaRPr lang="en-US" sz="1000" dirty="0"/>
          </a:p>
        </p:txBody>
      </p:sp>
      <p:sp>
        <p:nvSpPr>
          <p:cNvPr id="5" name="Group Nr"/>
          <p:cNvSpPr/>
          <p:nvPr/>
        </p:nvSpPr>
        <p:spPr>
          <a:xfrm>
            <a:off x="1024128" y="822960"/>
            <a:ext cx="411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B9B4AD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8229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7" name="Members"/>
          <p:cNvSpPr/>
          <p:nvPr/>
        </p:nvSpPr>
        <p:spPr>
          <a:xfrm>
            <a:off x="2240280" y="822960"/>
            <a:ext cx="43891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B9B4AD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names of all members</a:t>
            </a:r>
            <a:endParaRPr lang="en-US" sz="1000" dirty="0"/>
          </a:p>
        </p:txBody>
      </p:sp>
      <p:sp>
        <p:nvSpPr>
          <p:cNvPr id="8" name="Flow screenshot"/>
          <p:cNvSpPr/>
          <p:nvPr/>
        </p:nvSpPr>
        <p:spPr>
          <a:xfrm>
            <a:off x="411480" y="1188720"/>
            <a:ext cx="39319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B4AD"/>
            </a:solidFill>
            <a:prstDash val="dash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screenshot of your complete flow here (Input → Clean → … → Output).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11612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3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PYTHON (L2.1–2.4) vs. TABLEAU PREP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371600"/>
          <a:ext cx="4206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005840"/>
                <a:gridCol w="9144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8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8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Prep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8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860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after dedup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/ 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quarantined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/ 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after union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/ 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after join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/ 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 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/ 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11480" y="33832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3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WHICH PREP STEP DID WHAT?</a:t>
            </a:r>
            <a:endParaRPr lang="en-US" sz="9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584448"/>
          <a:ext cx="3931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83464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8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 step(s) you used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860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Profile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 Clean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Transform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526280" y="2971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3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REFLECTION</a:t>
            </a:r>
            <a:endParaRPr lang="en-US" sz="900" dirty="0"/>
          </a:p>
        </p:txBody>
      </p:sp>
      <p:sp>
        <p:nvSpPr>
          <p:cNvPr id="14" name="Reflection"/>
          <p:cNvSpPr/>
          <p:nvPr/>
        </p:nvSpPr>
        <p:spPr>
          <a:xfrm>
            <a:off x="4526280" y="3182112"/>
            <a:ext cx="4206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9B4AD"/>
            </a:solidFill>
            <a:prstDash val="dash"/>
          </a:ln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easier in Tableau Prep, what in Python? Which would you trust next month — and why?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411480" y="455371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submit:  </a:t>
            </a:r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flow screenshot    ☐ 5 comparisons    ☐ reflection    ☐ .tflx + output CSV in ZIP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411480" y="47731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representative uploads Lab2.5_Group&lt;Nr&gt;.zip on Moodle · Deadline: before the next session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Lab2.5_FlowReport</dc:title>
  <dc:subject>PptxGenJS Presentation</dc:subject>
  <dc:creator>PptxGenJS</dc:creator>
  <cp:lastModifiedBy>PptxGenJS</cp:lastModifiedBy>
  <cp:revision>1</cp:revision>
  <dcterms:created xsi:type="dcterms:W3CDTF">2026-10-18T07:34:19Z</dcterms:created>
  <dcterms:modified xsi:type="dcterms:W3CDTF">2026-10-18T07:34:19Z</dcterms:modified>
</cp:coreProperties>
</file>